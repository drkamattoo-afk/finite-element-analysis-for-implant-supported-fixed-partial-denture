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1" d="100"/>
          <a:sy n="101" d="100"/>
        </p:scale>
        <p:origin x="111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ableStyles" Target="tableStyles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99B2-9591-4C86-881D-570827FFE566}" type="datetimeFigureOut">
              <a:rPr lang="en-US" smtClean="0"/>
              <a:t>11/27/2025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DCA84E-18D9-4FAC-911A-169F41B1AB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07/relationships/hdphoto" Target="../media/hdphoto27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8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microsoft.com/office/2007/relationships/hdphoto" Target="../media/hdphoto29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microsoft.com/office/2007/relationships/hdphoto" Target="../media/hdphoto30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microsoft.com/office/2007/relationships/hdphoto" Target="../media/hdphoto31.wdp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microsoft.com/office/2007/relationships/hdphoto" Target="../media/hdphoto32.wdp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3" Type="http://schemas.microsoft.com/office/2007/relationships/hdphoto" Target="../media/hdphoto33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microsoft.com/office/2007/relationships/hdphoto" Target="../media/hdphoto34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35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microsoft.com/office/2007/relationships/hdphoto" Target="../media/hdphoto36.wdp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3" Type="http://schemas.microsoft.com/office/2007/relationships/hdphoto" Target="../media/hdphoto37.wdp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07/relationships/hdphoto" Target="../media/hdphoto38.wdp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9.wdp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3" Type="http://schemas.microsoft.com/office/2007/relationships/hdphoto" Target="../media/hdphoto40.wdp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3" Type="http://schemas.microsoft.com/office/2007/relationships/hdphoto" Target="../media/hdphoto41.wdp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42.wdp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43.wdp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microsoft.com/office/2007/relationships/hdphoto" Target="../media/hdphoto44.wdp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microsoft.com/office/2007/relationships/hdphoto" Target="../media/hdphoto45.wdp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microsoft.com/office/2007/relationships/hdphoto" Target="../media/hdphoto46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47.wdp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3" Type="http://schemas.microsoft.com/office/2007/relationships/hdphoto" Target="../media/hdphoto48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microsoft.com/office/2007/relationships/hdphoto" Target="../media/hdphoto49.wdp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microsoft.com/office/2007/relationships/hdphoto" Target="../media/hdphoto50.wdp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microsoft.com/office/2007/relationships/hdphoto" Target="../media/hdphoto51.wdp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microsoft.com/office/2007/relationships/hdphoto" Target="../media/hdphoto52.wdp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3" Type="http://schemas.microsoft.com/office/2007/relationships/hdphoto" Target="../media/hdphoto53.wdp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54.wdp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microsoft.com/office/2007/relationships/hdphoto" Target="../media/hdphoto55.wdp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microsoft.com/office/2007/relationships/hdphoto" Target="../media/hdphoto56.wdp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57.wdp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microsoft.com/office/2007/relationships/hdphoto" Target="../media/hdphoto58.wdp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microsoft.com/office/2007/relationships/hdphoto" Target="../media/hdphoto59.wdp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microsoft.com/office/2007/relationships/hdphoto" Target="../media/hdphoto60.wdp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3" Type="http://schemas.microsoft.com/office/2007/relationships/hdphoto" Target="../media/hdphoto61.wdp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microsoft.com/office/2007/relationships/hdphoto" Target="../media/hdphoto62.wdp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3" Type="http://schemas.microsoft.com/office/2007/relationships/hdphoto" Target="../media/hdphoto63.wdp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3" Type="http://schemas.microsoft.com/office/2007/relationships/hdphoto" Target="../media/hdphoto64.wdp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microsoft.com/office/2007/relationships/hdphoto" Target="../media/hdphoto65.wdp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microsoft.com/office/2007/relationships/hdphoto" Target="../media/hdphoto66.wdp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microsoft.com/office/2007/relationships/hdphoto" Target="../media/hdphoto67.wdp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microsoft.com/office/2007/relationships/hdphoto" Target="../media/hdphoto68.wdp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microsoft.com/office/2007/relationships/hdphoto" Target="../media/hdphoto69.wdp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3" Type="http://schemas.microsoft.com/office/2007/relationships/hdphoto" Target="../media/hdphoto70.wdp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3" Type="http://schemas.microsoft.com/office/2007/relationships/hdphoto" Target="../media/hdphoto71.wdp"/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microsoft.com/office/2007/relationships/hdphoto" Target="../media/hdphoto72.wdp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microsoft.com/office/2007/relationships/hdphoto" Target="../media/hdphoto73.wdp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3" Type="http://schemas.microsoft.com/office/2007/relationships/hdphoto" Target="../media/hdphoto74.wdp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microsoft.com/office/2007/relationships/hdphoto" Target="../media/hdphoto75.wdp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microsoft.com/office/2007/relationships/hdphoto" Target="../media/hdphoto76.wdp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microsoft.com/office/2007/relationships/hdphoto" Target="../media/hdphoto77.wdp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3" Type="http://schemas.microsoft.com/office/2007/relationships/hdphoto" Target="../media/hdphoto78.wdp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6.xml"/></Relationships>
</file>

<file path=ppt/slides/_rels/slide79.xml.rels><?xml version="1.0" encoding="UTF-8" standalone="yes"?>
<Relationships xmlns="http://schemas.openxmlformats.org/package/2006/relationships"><Relationship Id="rId3" Type="http://schemas.microsoft.com/office/2007/relationships/hdphoto" Target="../media/hdphoto79.wdp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microsoft.com/office/2007/relationships/hdphoto" Target="../media/hdphoto80.wdp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6.xml"/></Relationships>
</file>

<file path=ppt/slides/_rels/slide81.xml.rels><?xml version="1.0" encoding="UTF-8" standalone="yes"?>
<Relationships xmlns="http://schemas.openxmlformats.org/package/2006/relationships"><Relationship Id="rId3" Type="http://schemas.microsoft.com/office/2007/relationships/hdphoto" Target="../media/hdphoto81.wdp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6.xml"/></Relationships>
</file>

<file path=ppt/slides/_rels/slide82.xml.rels><?xml version="1.0" encoding="UTF-8" standalone="yes"?>
<Relationships xmlns="http://schemas.openxmlformats.org/package/2006/relationships"><Relationship Id="rId3" Type="http://schemas.microsoft.com/office/2007/relationships/hdphoto" Target="../media/hdphoto82.wdp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6.xml"/></Relationships>
</file>

<file path=ppt/slides/_rels/slide83.xml.rels><?xml version="1.0" encoding="UTF-8" standalone="yes"?>
<Relationships xmlns="http://schemas.openxmlformats.org/package/2006/relationships"><Relationship Id="rId3" Type="http://schemas.microsoft.com/office/2007/relationships/hdphoto" Target="../media/hdphoto83.wdp"/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6.xml"/></Relationships>
</file>

<file path=ppt/slides/_rels/slide84.xml.rels><?xml version="1.0" encoding="UTF-8" standalone="yes"?>
<Relationships xmlns="http://schemas.openxmlformats.org/package/2006/relationships"><Relationship Id="rId3" Type="http://schemas.microsoft.com/office/2007/relationships/hdphoto" Target="../media/hdphoto84.wdp"/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6.xml"/></Relationships>
</file>

<file path=ppt/slides/_rels/slide85.xml.rels><?xml version="1.0" encoding="UTF-8" standalone="yes"?>
<Relationships xmlns="http://schemas.openxmlformats.org/package/2006/relationships"><Relationship Id="rId3" Type="http://schemas.microsoft.com/office/2007/relationships/hdphoto" Target="../media/hdphoto85.wdp"/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6.xml"/></Relationships>
</file>

<file path=ppt/slides/_rels/slide86.xml.rels><?xml version="1.0" encoding="UTF-8" standalone="yes"?>
<Relationships xmlns="http://schemas.openxmlformats.org/package/2006/relationships"><Relationship Id="rId3" Type="http://schemas.microsoft.com/office/2007/relationships/hdphoto" Target="../media/hdphoto86.wdp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6.xml"/></Relationships>
</file>

<file path=ppt/slides/_rels/slide87.xml.rels><?xml version="1.0" encoding="UTF-8" standalone="yes"?>
<Relationships xmlns="http://schemas.openxmlformats.org/package/2006/relationships"><Relationship Id="rId3" Type="http://schemas.microsoft.com/office/2007/relationships/hdphoto" Target="../media/hdphoto87.wdp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6.xml"/></Relationships>
</file>

<file path=ppt/slides/_rels/slide88.xml.rels><?xml version="1.0" encoding="UTF-8" standalone="yes"?>
<Relationships xmlns="http://schemas.openxmlformats.org/package/2006/relationships"><Relationship Id="rId3" Type="http://schemas.microsoft.com/office/2007/relationships/hdphoto" Target="../media/hdphoto88.wdp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6.xml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07/relationships/hdphoto" Target="../media/hdphoto89.wdp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6.xml"/></Relationships>
</file>

<file path=ppt/slides/_rels/slide90.xml.rels><?xml version="1.0" encoding="UTF-8" standalone="yes"?>
<Relationships xmlns="http://schemas.openxmlformats.org/package/2006/relationships"><Relationship Id="rId3" Type="http://schemas.microsoft.com/office/2007/relationships/hdphoto" Target="../media/hdphoto90.wdp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6.xml"/></Relationships>
</file>

<file path=ppt/slides/_rels/slide91.xml.rels><?xml version="1.0" encoding="UTF-8" standalone="yes"?>
<Relationships xmlns="http://schemas.openxmlformats.org/package/2006/relationships"><Relationship Id="rId3" Type="http://schemas.microsoft.com/office/2007/relationships/hdphoto" Target="../media/hdphoto91.wdp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3" Type="http://schemas.microsoft.com/office/2007/relationships/hdphoto" Target="../media/hdphoto92.wdp"/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3" Type="http://schemas.microsoft.com/office/2007/relationships/hdphoto" Target="../media/hdphoto93.wdp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6.xml"/></Relationships>
</file>

<file path=ppt/slides/_rels/slide94.xml.rels><?xml version="1.0" encoding="UTF-8" standalone="yes"?>
<Relationships xmlns="http://schemas.openxmlformats.org/package/2006/relationships"><Relationship Id="rId3" Type="http://schemas.microsoft.com/office/2007/relationships/hdphoto" Target="../media/hdphoto94.wdp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6.xml"/></Relationships>
</file>

<file path=ppt/slides/_rels/slide95.xml.rels><?xml version="1.0" encoding="UTF-8" standalone="yes"?>
<Relationships xmlns="http://schemas.openxmlformats.org/package/2006/relationships"><Relationship Id="rId3" Type="http://schemas.microsoft.com/office/2007/relationships/hdphoto" Target="../media/hdphoto95.wdp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6.xml"/></Relationships>
</file>

<file path=ppt/slides/_rels/slide96.xml.rels><?xml version="1.0" encoding="UTF-8" standalone="yes"?>
<Relationships xmlns="http://schemas.openxmlformats.org/package/2006/relationships"><Relationship Id="rId3" Type="http://schemas.microsoft.com/office/2007/relationships/hdphoto" Target="../media/hdphoto96.wdp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6.xml"/></Relationships>
</file>

<file path=ppt/slides/_rels/slide97.xml.rels><?xml version="1.0" encoding="UTF-8" standalone="yes"?>
<Relationships xmlns="http://schemas.openxmlformats.org/package/2006/relationships"><Relationship Id="rId3" Type="http://schemas.microsoft.com/office/2007/relationships/hdphoto" Target="../media/hdphoto97.wdp"/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6.xml"/></Relationships>
</file>

<file path=ppt/slides/_rels/slide98.xml.rels><?xml version="1.0" encoding="UTF-8" standalone="yes"?>
<Relationships xmlns="http://schemas.openxmlformats.org/package/2006/relationships"><Relationship Id="rId3" Type="http://schemas.microsoft.com/office/2007/relationships/hdphoto" Target="../media/hdphoto98.wdp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3" Type="http://schemas.microsoft.com/office/2007/relationships/hdphoto" Target="../media/hdphoto99.wdp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6.xml"/></Relationships>
</file>

<file path=ppt/slides/_rels/slide100.xml.rels><?xml version="1.0" encoding="UTF-8" standalone="yes"?>
<Relationships xmlns="http://schemas.openxmlformats.org/package/2006/relationships"><Relationship Id="rId3" Type="http://schemas.microsoft.com/office/2007/relationships/hdphoto" Target="../media/hdphoto100.wdp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6.xml"/></Relationships>
</file>

<file path=ppt/slides/_rels/slide101.xml.rels><?xml version="1.0" encoding="UTF-8" standalone="yes"?>
<Relationships xmlns="http://schemas.openxmlformats.org/package/2006/relationships"><Relationship Id="rId3" Type="http://schemas.microsoft.com/office/2007/relationships/hdphoto" Target="../media/hdphoto101.wdp"/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3" Type="http://schemas.microsoft.com/office/2007/relationships/hdphoto" Target="../media/hdphoto102.wdp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R2 - PEKK PD + 110N vertical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l="27787" t="16826"/>
          <a:stretch>
            <a:fillRect/>
          </a:stretch>
        </p:blipFill>
        <p:spPr>
          <a:xfrm>
            <a:off x="1259632" y="1417638"/>
            <a:ext cx="6639768" cy="50085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Load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85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Uy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Uz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Ut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6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Svon</a:t>
            </a:r>
            <a:endParaRPr lang="en-US" dirty="0"/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54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– 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57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All - </a:t>
            </a:r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PD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71600" y="1156196"/>
            <a:ext cx="7495480" cy="5445472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Cement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800" y="1556792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9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38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55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 complex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300"/>
                    </a14:imgEffect>
                    <a14:imgEffect>
                      <a14:saturation sat="40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Abutment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112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Screw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bright="40000"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59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Implant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Mucosa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Cortical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Smin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Bone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20000" contrast="-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Spongy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15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Mesh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Ux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Uy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Uz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Ut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Svon</a:t>
            </a:r>
            <a:r>
              <a:rPr lang="en-US" dirty="0"/>
              <a:t> 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 shear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Smax</a:t>
            </a:r>
            <a:r>
              <a:rPr lang="en-US" dirty="0"/>
              <a:t>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66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Smin Principal</a:t>
            </a:r>
          </a:p>
        </p:txBody>
      </p:sp>
      <p:pic>
        <p:nvPicPr>
          <p:cNvPr id="3" name="Picture 2" descr="preview.png"/>
          <p:cNvPicPr>
            <a:picLocks/>
          </p:cNvPicPr>
          <p:nvPr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saturation sat="400000"/>
                    </a14:imgEffect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7000" y="1524000"/>
            <a:ext cx="6502400" cy="4902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77</TotalTime>
  <Words>155</Words>
  <Application>Microsoft Office PowerPoint</Application>
  <PresentationFormat>On-screen Show (4:3)</PresentationFormat>
  <Paragraphs>102</Paragraphs>
  <Slides>102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R2 - PEKK PD + 110N vertical</vt:lpstr>
      <vt:lpstr>Mesh </vt:lpstr>
      <vt:lpstr>Load </vt:lpstr>
      <vt:lpstr>ALL - Ux </vt:lpstr>
      <vt:lpstr>All - Uy</vt:lpstr>
      <vt:lpstr>All - Uz</vt:lpstr>
      <vt:lpstr>All - Ut</vt:lpstr>
      <vt:lpstr>All - Svon</vt:lpstr>
      <vt:lpstr>All – S shear</vt:lpstr>
      <vt:lpstr>All - Smax Principal</vt:lpstr>
      <vt:lpstr>All - Smin Principal</vt:lpstr>
      <vt:lpstr>PD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Cement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complex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Abutment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Screw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Implant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Mucosa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Cortical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  <vt:lpstr>Bone </vt:lpstr>
      <vt:lpstr>Spongy </vt:lpstr>
      <vt:lpstr>Mesh </vt:lpstr>
      <vt:lpstr>Ux </vt:lpstr>
      <vt:lpstr>Uy </vt:lpstr>
      <vt:lpstr>Uz </vt:lpstr>
      <vt:lpstr>Ut </vt:lpstr>
      <vt:lpstr>Svon </vt:lpstr>
      <vt:lpstr>S shear</vt:lpstr>
      <vt:lpstr>Smax Principal</vt:lpstr>
      <vt:lpstr>Smin Principal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mohamed elanwar</dc:creator>
  <cp:lastModifiedBy>doc ac</cp:lastModifiedBy>
  <cp:revision>9</cp:revision>
  <dcterms:created xsi:type="dcterms:W3CDTF">2024-10-27T21:42:22Z</dcterms:created>
  <dcterms:modified xsi:type="dcterms:W3CDTF">2025-11-27T15:10:26Z</dcterms:modified>
</cp:coreProperties>
</file>