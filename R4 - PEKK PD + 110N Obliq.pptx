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79.xml" ContentType="application/vnd.openxmlformats-officedocument.presentationml.slide+xml"/>
  <Override PartName="/ppt/slides/slide99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9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9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9.xml" ContentType="application/vnd.openxmlformats-officedocument.presentationml.slide+xml"/>
  <Override PartName="/ppt/slides/slide98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7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tableStyles" Target="tableStyles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BA564-8269-44C9-AF4D-DDB86D4D29F8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9E47D-BCE0-4C54-AAF6-FD5A9DE66E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BA564-8269-44C9-AF4D-DDB86D4D29F8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9E47D-BCE0-4C54-AAF6-FD5A9DE66E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BA564-8269-44C9-AF4D-DDB86D4D29F8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9E47D-BCE0-4C54-AAF6-FD5A9DE66E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BA564-8269-44C9-AF4D-DDB86D4D29F8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9E47D-BCE0-4C54-AAF6-FD5A9DE66E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BA564-8269-44C9-AF4D-DDB86D4D29F8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9E47D-BCE0-4C54-AAF6-FD5A9DE66E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BA564-8269-44C9-AF4D-DDB86D4D29F8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9E47D-BCE0-4C54-AAF6-FD5A9DE66E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BA564-8269-44C9-AF4D-DDB86D4D29F8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9E47D-BCE0-4C54-AAF6-FD5A9DE66E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BA564-8269-44C9-AF4D-DDB86D4D29F8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9E47D-BCE0-4C54-AAF6-FD5A9DE66E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BA564-8269-44C9-AF4D-DDB86D4D29F8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9E47D-BCE0-4C54-AAF6-FD5A9DE66E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BA564-8269-44C9-AF4D-DDB86D4D29F8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9E47D-BCE0-4C54-AAF6-FD5A9DE66E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BA564-8269-44C9-AF4D-DDB86D4D29F8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9E47D-BCE0-4C54-AAF6-FD5A9DE66E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BA564-8269-44C9-AF4D-DDB86D4D29F8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9E47D-BCE0-4C54-AAF6-FD5A9DE66E8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R4 - PEKK PD + 110N Obliq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Mesh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Load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All - </a:t>
            </a:r>
            <a:r>
              <a:rPr lang="en-US" dirty="0" err="1" smtClean="0"/>
              <a:t>Ux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All - </a:t>
            </a:r>
            <a:r>
              <a:rPr lang="en-US" dirty="0" err="1" smtClean="0"/>
              <a:t>Uy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All - </a:t>
            </a:r>
            <a:r>
              <a:rPr lang="en-US" dirty="0" err="1" smtClean="0"/>
              <a:t>Uz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All - </a:t>
            </a:r>
            <a:r>
              <a:rPr lang="en-US" dirty="0" err="1" smtClean="0"/>
              <a:t>Ut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All - </a:t>
            </a:r>
            <a:r>
              <a:rPr lang="en-US" dirty="0" err="1" smtClean="0"/>
              <a:t>Svon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All - S shear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All - </a:t>
            </a:r>
            <a:r>
              <a:rPr lang="en-US" dirty="0" err="1" smtClean="0"/>
              <a:t>Smax</a:t>
            </a:r>
            <a:r>
              <a:rPr lang="en-US" dirty="0" smtClean="0"/>
              <a:t> Principal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All - </a:t>
            </a:r>
            <a:r>
              <a:rPr lang="en-US" dirty="0" err="1" smtClean="0"/>
              <a:t>Smin</a:t>
            </a:r>
            <a:r>
              <a:rPr lang="en-US" dirty="0" smtClean="0"/>
              <a:t> Principal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PD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Mesh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Ux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Uy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Uz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Ut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Svon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 shear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Smax</a:t>
            </a:r>
            <a:r>
              <a:rPr lang="en-US" dirty="0" smtClean="0"/>
              <a:t> Principal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Smin</a:t>
            </a:r>
            <a:r>
              <a:rPr lang="en-US" dirty="0" smtClean="0"/>
              <a:t> Principal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Cement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Mesh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Ux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Uy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Uz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Ut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Svon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 shear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Smax</a:t>
            </a:r>
            <a:r>
              <a:rPr lang="en-US" dirty="0" smtClean="0"/>
              <a:t> Principal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Smin</a:t>
            </a:r>
            <a:r>
              <a:rPr lang="en-US" dirty="0" smtClean="0"/>
              <a:t> Principal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Implant Complex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Mesh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Ux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Uy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Uz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Ut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Svon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 shear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Smax</a:t>
            </a:r>
            <a:r>
              <a:rPr lang="en-US" dirty="0" smtClean="0"/>
              <a:t> Principal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Smin</a:t>
            </a:r>
            <a:r>
              <a:rPr lang="en-US" dirty="0" smtClean="0"/>
              <a:t> Principal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Abutment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Mesh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Ux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Uy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Uz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Ut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Svon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 shear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Smax</a:t>
            </a:r>
            <a:r>
              <a:rPr lang="en-US" dirty="0" smtClean="0"/>
              <a:t> Principal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Smin</a:t>
            </a:r>
            <a:r>
              <a:rPr lang="en-US" dirty="0" smtClean="0"/>
              <a:t> Principal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Screw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Mesh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Ux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Uy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Uz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Ut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Svon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 shear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Smax</a:t>
            </a:r>
            <a:r>
              <a:rPr lang="en-US" dirty="0" smtClean="0"/>
              <a:t> Principal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Smin</a:t>
            </a:r>
            <a:r>
              <a:rPr lang="en-US" dirty="0" smtClean="0"/>
              <a:t> Principal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Implant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Mesh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Ux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Uy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Uz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Ut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Svon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 shear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Smax</a:t>
            </a:r>
            <a:r>
              <a:rPr lang="en-US" dirty="0" smtClean="0"/>
              <a:t> Principal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Smin</a:t>
            </a:r>
            <a:r>
              <a:rPr lang="en-US" dirty="0" smtClean="0"/>
              <a:t> Principal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Mucosa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Mesh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Ux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Uy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Uz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Ut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Svon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 shear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Smax</a:t>
            </a:r>
            <a:r>
              <a:rPr lang="en-US" dirty="0" smtClean="0"/>
              <a:t> Principal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Smin</a:t>
            </a:r>
            <a:r>
              <a:rPr lang="en-US" dirty="0" smtClean="0"/>
              <a:t> Principal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Cortical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Mesh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Ux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Uy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Uz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Ut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Svon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 shear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Smax</a:t>
            </a:r>
            <a:r>
              <a:rPr lang="en-US" dirty="0" smtClean="0"/>
              <a:t> Principal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Smin</a:t>
            </a:r>
            <a:r>
              <a:rPr lang="en-US" dirty="0" smtClean="0"/>
              <a:t> Principal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Bone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Spongy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Mesh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Ux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Uy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Uz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Ut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Svon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 shear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Smax</a:t>
            </a:r>
            <a:r>
              <a:rPr lang="en-US" dirty="0" smtClean="0"/>
              <a:t> Principal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Smin</a:t>
            </a:r>
            <a:r>
              <a:rPr lang="en-US" dirty="0" smtClean="0"/>
              <a:t> Principal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155</Words>
  <Application>Microsoft Office PowerPoint</Application>
  <PresentationFormat>On-screen Show (4:3)</PresentationFormat>
  <Paragraphs>102</Paragraphs>
  <Slides>102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03" baseType="lpstr">
      <vt:lpstr>Office Theme</vt:lpstr>
      <vt:lpstr>R4 - PEKK PD + 110N Obliq</vt:lpstr>
      <vt:lpstr>Mesh </vt:lpstr>
      <vt:lpstr>Load </vt:lpstr>
      <vt:lpstr>All - Ux </vt:lpstr>
      <vt:lpstr>All - Uy </vt:lpstr>
      <vt:lpstr>All - Uz </vt:lpstr>
      <vt:lpstr>All - Ut </vt:lpstr>
      <vt:lpstr>All - Svon </vt:lpstr>
      <vt:lpstr>All - S shear</vt:lpstr>
      <vt:lpstr>All - Smax Principal</vt:lpstr>
      <vt:lpstr>All - Smin Principal</vt:lpstr>
      <vt:lpstr>PD </vt:lpstr>
      <vt:lpstr>Mesh </vt:lpstr>
      <vt:lpstr>Ux </vt:lpstr>
      <vt:lpstr>Uy </vt:lpstr>
      <vt:lpstr>Uz </vt:lpstr>
      <vt:lpstr>Ut </vt:lpstr>
      <vt:lpstr>Svon </vt:lpstr>
      <vt:lpstr>S shear</vt:lpstr>
      <vt:lpstr>Smax Principal</vt:lpstr>
      <vt:lpstr>Smin Principal</vt:lpstr>
      <vt:lpstr>Cement </vt:lpstr>
      <vt:lpstr>Mesh </vt:lpstr>
      <vt:lpstr>Ux </vt:lpstr>
      <vt:lpstr>Uy </vt:lpstr>
      <vt:lpstr>Uz </vt:lpstr>
      <vt:lpstr>Ut </vt:lpstr>
      <vt:lpstr>Svon </vt:lpstr>
      <vt:lpstr>S shear</vt:lpstr>
      <vt:lpstr>Smax Principal</vt:lpstr>
      <vt:lpstr>Smin Principal</vt:lpstr>
      <vt:lpstr>Implant Complex</vt:lpstr>
      <vt:lpstr>Mesh </vt:lpstr>
      <vt:lpstr>Ux </vt:lpstr>
      <vt:lpstr>Uy </vt:lpstr>
      <vt:lpstr>Uz </vt:lpstr>
      <vt:lpstr>Ut </vt:lpstr>
      <vt:lpstr>Svon </vt:lpstr>
      <vt:lpstr>S shear</vt:lpstr>
      <vt:lpstr>Smax Principal</vt:lpstr>
      <vt:lpstr>Smin Principal</vt:lpstr>
      <vt:lpstr>Abutment </vt:lpstr>
      <vt:lpstr>Mesh </vt:lpstr>
      <vt:lpstr>Ux </vt:lpstr>
      <vt:lpstr>Uy </vt:lpstr>
      <vt:lpstr>Uz </vt:lpstr>
      <vt:lpstr>Ut </vt:lpstr>
      <vt:lpstr>Svon </vt:lpstr>
      <vt:lpstr>S shear</vt:lpstr>
      <vt:lpstr>Smax Principal</vt:lpstr>
      <vt:lpstr>Smin Principal</vt:lpstr>
      <vt:lpstr>Screw </vt:lpstr>
      <vt:lpstr>Mesh </vt:lpstr>
      <vt:lpstr>Ux </vt:lpstr>
      <vt:lpstr>Uy </vt:lpstr>
      <vt:lpstr>Uz </vt:lpstr>
      <vt:lpstr>Ut </vt:lpstr>
      <vt:lpstr>Svon </vt:lpstr>
      <vt:lpstr>S shear</vt:lpstr>
      <vt:lpstr>Smax Principal</vt:lpstr>
      <vt:lpstr>Smin Principal</vt:lpstr>
      <vt:lpstr>Implant </vt:lpstr>
      <vt:lpstr>Mesh </vt:lpstr>
      <vt:lpstr>Ux </vt:lpstr>
      <vt:lpstr>Uy </vt:lpstr>
      <vt:lpstr>Uz </vt:lpstr>
      <vt:lpstr>Ut </vt:lpstr>
      <vt:lpstr>Svon </vt:lpstr>
      <vt:lpstr>S shear</vt:lpstr>
      <vt:lpstr>Smax Principal</vt:lpstr>
      <vt:lpstr>Smin Principal</vt:lpstr>
      <vt:lpstr>Mucosa </vt:lpstr>
      <vt:lpstr>Mesh </vt:lpstr>
      <vt:lpstr>Ux </vt:lpstr>
      <vt:lpstr>Uy </vt:lpstr>
      <vt:lpstr>Uz </vt:lpstr>
      <vt:lpstr>Ut </vt:lpstr>
      <vt:lpstr>Svon </vt:lpstr>
      <vt:lpstr>S shear</vt:lpstr>
      <vt:lpstr>Smax Principal</vt:lpstr>
      <vt:lpstr>Smin Principal</vt:lpstr>
      <vt:lpstr>Cortical </vt:lpstr>
      <vt:lpstr>Mesh </vt:lpstr>
      <vt:lpstr>Ux </vt:lpstr>
      <vt:lpstr>Uy </vt:lpstr>
      <vt:lpstr>Uz </vt:lpstr>
      <vt:lpstr>Ut </vt:lpstr>
      <vt:lpstr>Svon </vt:lpstr>
      <vt:lpstr>S shear</vt:lpstr>
      <vt:lpstr>Smax Principal</vt:lpstr>
      <vt:lpstr>Smin Principal</vt:lpstr>
      <vt:lpstr>Bone </vt:lpstr>
      <vt:lpstr>Spongy </vt:lpstr>
      <vt:lpstr>Mesh </vt:lpstr>
      <vt:lpstr>Ux </vt:lpstr>
      <vt:lpstr>Uy </vt:lpstr>
      <vt:lpstr>Uz </vt:lpstr>
      <vt:lpstr>Ut </vt:lpstr>
      <vt:lpstr>Svon </vt:lpstr>
      <vt:lpstr>S shear</vt:lpstr>
      <vt:lpstr>Smax Principal</vt:lpstr>
      <vt:lpstr>Smin Principal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mohamed elanwar</dc:creator>
  <cp:lastModifiedBy>mohamed elanwar</cp:lastModifiedBy>
  <cp:revision>4</cp:revision>
  <dcterms:created xsi:type="dcterms:W3CDTF">2024-10-28T09:59:09Z</dcterms:created>
  <dcterms:modified xsi:type="dcterms:W3CDTF">2024-10-28T11:59:14Z</dcterms:modified>
</cp:coreProperties>
</file>