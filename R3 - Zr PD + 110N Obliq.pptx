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79.xml" ContentType="application/vnd.openxmlformats-officedocument.presentationml.slide+xml"/>
  <Override PartName="/ppt/slides/slide9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9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9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7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34C85-AC64-4569-B249-B0F385C31736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937EA-39B2-489F-832D-6B3E22BC9C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34C85-AC64-4569-B249-B0F385C31736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937EA-39B2-489F-832D-6B3E22BC9C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34C85-AC64-4569-B249-B0F385C31736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937EA-39B2-489F-832D-6B3E22BC9C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34C85-AC64-4569-B249-B0F385C31736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937EA-39B2-489F-832D-6B3E22BC9C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34C85-AC64-4569-B249-B0F385C31736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937EA-39B2-489F-832D-6B3E22BC9C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34C85-AC64-4569-B249-B0F385C31736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937EA-39B2-489F-832D-6B3E22BC9C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34C85-AC64-4569-B249-B0F385C31736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937EA-39B2-489F-832D-6B3E22BC9C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34C85-AC64-4569-B249-B0F385C31736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937EA-39B2-489F-832D-6B3E22BC9C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34C85-AC64-4569-B249-B0F385C31736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937EA-39B2-489F-832D-6B3E22BC9C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34C85-AC64-4569-B249-B0F385C31736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937EA-39B2-489F-832D-6B3E22BC9C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34C85-AC64-4569-B249-B0F385C31736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937EA-39B2-489F-832D-6B3E22BC9C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A34C85-AC64-4569-B249-B0F385C31736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F937EA-39B2-489F-832D-6B3E22BC9C9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R3 - Zr PD + 110N Obliq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Mesh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Load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All - </a:t>
            </a:r>
            <a:r>
              <a:rPr lang="en-US" dirty="0" err="1" smtClean="0"/>
              <a:t>Ux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All - </a:t>
            </a:r>
            <a:r>
              <a:rPr lang="en-US" dirty="0" err="1" smtClean="0"/>
              <a:t>Uy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All - </a:t>
            </a:r>
            <a:r>
              <a:rPr lang="en-US" dirty="0" err="1" smtClean="0"/>
              <a:t>Uz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All - </a:t>
            </a:r>
            <a:r>
              <a:rPr lang="en-US" dirty="0" err="1" smtClean="0"/>
              <a:t>Ut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All - </a:t>
            </a:r>
            <a:r>
              <a:rPr lang="en-US" dirty="0" err="1" smtClean="0"/>
              <a:t>Svon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All - S shear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All - </a:t>
            </a:r>
            <a:r>
              <a:rPr lang="en-US" dirty="0" err="1" smtClean="0"/>
              <a:t>Smax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All - </a:t>
            </a:r>
            <a:r>
              <a:rPr lang="en-US" dirty="0" err="1" smtClean="0"/>
              <a:t>Smin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PD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Mesh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Ux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Uy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Uz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Ut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Svon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 shear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Smax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Smin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Cement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Mesh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Ux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Uy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Uz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Ut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Svon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 shear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Smax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Smin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Implant complex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Mesh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Ux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Uy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Uz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Ut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Svon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 shear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Smax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Smin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Abutment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Mesh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Ux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Uy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Uz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Ut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Svon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 shear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Smax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Smin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Screw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Mesh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Ux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Uy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Uz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Ut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Svon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 shear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Smax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Smin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Implant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Mesh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Ux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Uy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Uz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Ut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Svon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 shear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Smax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Smin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Mucosa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Mesh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Ux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Uy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Uz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Ut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Svon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 shear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Smax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Smin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Cortical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Mesh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Ux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Uy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Uz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Ut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Svon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 shear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Smax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Smin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Bone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Spongy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Mesh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Ux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Uy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Uz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Ut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Svon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 shear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Smax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Smin Principal</a:t>
            </a:r>
            <a:endParaRPr lang="en-US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155</Words>
  <Application>Microsoft Office PowerPoint</Application>
  <PresentationFormat>On-screen Show (4:3)</PresentationFormat>
  <Paragraphs>102</Paragraphs>
  <Slides>102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03" baseType="lpstr">
      <vt:lpstr>Office Theme</vt:lpstr>
      <vt:lpstr>R3 - Zr PD + 110N Obliq</vt:lpstr>
      <vt:lpstr>Mesh </vt:lpstr>
      <vt:lpstr>Load </vt:lpstr>
      <vt:lpstr>All - Ux </vt:lpstr>
      <vt:lpstr>All - Uy </vt:lpstr>
      <vt:lpstr>All - Uz </vt:lpstr>
      <vt:lpstr>All - Ut </vt:lpstr>
      <vt:lpstr>All - Svon </vt:lpstr>
      <vt:lpstr>All - S shear</vt:lpstr>
      <vt:lpstr>All - Smax Principal</vt:lpstr>
      <vt:lpstr>All - Smin Principal</vt:lpstr>
      <vt:lpstr>PD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  <vt:lpstr>Cement 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  <vt:lpstr>Implant complex 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  <vt:lpstr>Abutment 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  <vt:lpstr>Screw 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  <vt:lpstr>Implant 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  <vt:lpstr>Mucosa 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  <vt:lpstr>Cortical 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  <vt:lpstr>Bone </vt:lpstr>
      <vt:lpstr>Spongy 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mohamed elanwar</dc:creator>
  <cp:lastModifiedBy>mohamed elanwar</cp:lastModifiedBy>
  <cp:revision>4</cp:revision>
  <dcterms:created xsi:type="dcterms:W3CDTF">2024-10-28T10:36:58Z</dcterms:created>
  <dcterms:modified xsi:type="dcterms:W3CDTF">2024-10-28T11:52:34Z</dcterms:modified>
</cp:coreProperties>
</file>