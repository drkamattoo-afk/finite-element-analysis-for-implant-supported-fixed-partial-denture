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2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AABD2-A27C-4F29-87B5-24F7A7974E70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4C20B-D1E8-4CF9-B830-75352E6331E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46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47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48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49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50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5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52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53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54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55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56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57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58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59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60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61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62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63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64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65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66.wdp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67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68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69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70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71.wdp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72.wdp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73.wdp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74.wdp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75.wdp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76.wdp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07/relationships/hdphoto" Target="../media/hdphoto77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78.wdp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hdphoto" Target="../media/hdphoto79.wdp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07/relationships/hdphoto" Target="../media/hdphoto80.wdp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81.wdp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07/relationships/hdphoto" Target="../media/hdphoto82.wdp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07/relationships/hdphoto" Target="../media/hdphoto83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hdphoto" Target="../media/hdphoto84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microsoft.com/office/2007/relationships/hdphoto" Target="../media/hdphoto85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microsoft.com/office/2007/relationships/hdphoto" Target="../media/hdphoto86.wdp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87.wdp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07/relationships/hdphoto" Target="../media/hdphoto88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89.wdp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microsoft.com/office/2007/relationships/hdphoto" Target="../media/hdphoto90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91.wdp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92.wdp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microsoft.com/office/2007/relationships/hdphoto" Target="../media/hdphoto93.wdp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microsoft.com/office/2007/relationships/hdphoto" Target="../media/hdphoto94.wdp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hdphoto" Target="../media/hdphoto95.wdp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07/relationships/hdphoto" Target="../media/hdphoto96.wdp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microsoft.com/office/2007/relationships/hdphoto" Target="../media/hdphoto97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microsoft.com/office/2007/relationships/hdphoto" Target="../media/hdphoto98.wdp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07/relationships/hdphoto" Target="../media/hdphoto99.wdp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07/relationships/hdphoto" Target="../media/hdphoto100.wdp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101.wdp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R1 - Zr PD + 110N vertical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mesh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Ux</a:t>
            </a:r>
            <a:endParaRPr lang="en-US" dirty="0"/>
          </a:p>
        </p:txBody>
      </p:sp>
      <p:pic>
        <p:nvPicPr>
          <p:cNvPr id="3" name="Picture 2" descr="preview.png">
            <a:extLst>
              <a:ext uri="{FF2B5EF4-FFF2-40B4-BE49-F238E27FC236}">
                <a16:creationId xmlns:a16="http://schemas.microsoft.com/office/drawing/2014/main" id="{5EB61F4D-3B06-8657-DEDF-2CAF1FAA535E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rcRect r="24989" b="15272"/>
          <a:stretch>
            <a:fillRect/>
          </a:stretch>
        </p:blipFill>
        <p:spPr>
          <a:xfrm>
            <a:off x="1043609" y="1429033"/>
            <a:ext cx="7200800" cy="42322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Uy</a:t>
            </a:r>
            <a:endParaRPr lang="en-US" dirty="0"/>
          </a:p>
        </p:txBody>
      </p:sp>
      <p:pic>
        <p:nvPicPr>
          <p:cNvPr id="3" name="Picture 2" descr="preview.png">
            <a:extLst>
              <a:ext uri="{FF2B5EF4-FFF2-40B4-BE49-F238E27FC236}">
                <a16:creationId xmlns:a16="http://schemas.microsoft.com/office/drawing/2014/main" id="{8984BE2D-BE56-5002-40A7-F17DBB8CEA8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rcRect r="22982" b="14941"/>
          <a:stretch>
            <a:fillRect/>
          </a:stretch>
        </p:blipFill>
        <p:spPr>
          <a:xfrm>
            <a:off x="2481861" y="1268760"/>
            <a:ext cx="5258491" cy="48007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Uz</a:t>
            </a:r>
            <a:endParaRPr lang="en-US" dirty="0"/>
          </a:p>
        </p:txBody>
      </p:sp>
      <p:pic>
        <p:nvPicPr>
          <p:cNvPr id="3" name="Picture 2" descr="preview.png">
            <a:extLst>
              <a:ext uri="{FF2B5EF4-FFF2-40B4-BE49-F238E27FC236}">
                <a16:creationId xmlns:a16="http://schemas.microsoft.com/office/drawing/2014/main" id="{609EB2BA-45F8-4B32-917F-56189382C5C4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rcRect r="23487" b="15604"/>
          <a:stretch>
            <a:fillRect/>
          </a:stretch>
        </p:blipFill>
        <p:spPr>
          <a:xfrm>
            <a:off x="1187624" y="1268760"/>
            <a:ext cx="5252726" cy="5040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Ut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Svon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7584" y="1377553"/>
            <a:ext cx="7648550" cy="5229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– 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– </a:t>
            </a:r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– </a:t>
            </a:r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5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19672" y="1417638"/>
            <a:ext cx="6624736" cy="50085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5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bright="4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Cement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0000" contrast="-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3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37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7664" y="1413818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 complex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75656" y="1386781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Abutment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7704" y="1556792"/>
            <a:ext cx="5991696" cy="486940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33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800" y="1448123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Screw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Mucosa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33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Cortical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7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63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69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Spongy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57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66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9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Smin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156</Words>
  <Application>Microsoft Office PowerPoint</Application>
  <PresentationFormat>On-screen Show (4:3)</PresentationFormat>
  <Paragraphs>102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R1 - Zr PD + 110N vertical</vt:lpstr>
      <vt:lpstr>ALL mesh</vt:lpstr>
      <vt:lpstr>Load</vt:lpstr>
      <vt:lpstr>All - Ux</vt:lpstr>
      <vt:lpstr>All - Uy</vt:lpstr>
      <vt:lpstr>All - Uz</vt:lpstr>
      <vt:lpstr>All - Ut</vt:lpstr>
      <vt:lpstr>All - Svon</vt:lpstr>
      <vt:lpstr>All – S shear</vt:lpstr>
      <vt:lpstr>All – Smax Principal</vt:lpstr>
      <vt:lpstr>All – Smin Principal</vt:lpstr>
      <vt:lpstr>PD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Cement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complex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Abutment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Screw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Mucosa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Cortical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Bone </vt:lpstr>
      <vt:lpstr>Spongy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mohamed elanwar</dc:creator>
  <cp:lastModifiedBy>doc ac</cp:lastModifiedBy>
  <cp:revision>14</cp:revision>
  <dcterms:created xsi:type="dcterms:W3CDTF">2024-10-27T20:27:33Z</dcterms:created>
  <dcterms:modified xsi:type="dcterms:W3CDTF">2026-04-27T03:54:31Z</dcterms:modified>
</cp:coreProperties>
</file>